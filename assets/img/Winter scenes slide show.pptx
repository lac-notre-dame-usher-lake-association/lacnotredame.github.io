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G_3661.jpeg" descr="IMG_3661.jpeg"/>
          <p:cNvPicPr>
            <a:picLocks noChangeAspect="1"/>
          </p:cNvPicPr>
          <p:nvPr/>
        </p:nvPicPr>
        <p:blipFill>
          <a:blip r:embed="rId2">
            <a:alphaModFix amt="71969"/>
            <a:extLst/>
          </a:blip>
          <a:stretch>
            <a:fillRect/>
          </a:stretch>
        </p:blipFill>
        <p:spPr>
          <a:xfrm>
            <a:off x="-34983" y="-2312236"/>
            <a:ext cx="24453966" cy="18340472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Winter Scenes"/>
          <p:cNvSpPr txBox="1"/>
          <p:nvPr>
            <p:ph type="ctrTitle"/>
          </p:nvPr>
        </p:nvSpPr>
        <p:spPr>
          <a:xfrm>
            <a:off x="779954" y="-1263890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Winter Scenes</a:t>
            </a:r>
          </a:p>
        </p:txBody>
      </p:sp>
      <p:sp>
        <p:nvSpPr>
          <p:cNvPr id="173" name="Lac Notre-Dame"/>
          <p:cNvSpPr txBox="1"/>
          <p:nvPr>
            <p:ph type="subTitle" sz="quarter" idx="1"/>
          </p:nvPr>
        </p:nvSpPr>
        <p:spPr>
          <a:xfrm>
            <a:off x="1206499" y="3408007"/>
            <a:ext cx="21971001" cy="1905001"/>
          </a:xfrm>
          <a:prstGeom prst="rect">
            <a:avLst/>
          </a:prstGeom>
        </p:spPr>
        <p:txBody>
          <a:bodyPr/>
          <a:lstStyle/>
          <a:p>
            <a:pPr/>
            <a:r>
              <a:t>Lac Notre-Dame</a:t>
            </a:r>
          </a:p>
        </p:txBody>
      </p:sp>
    </p:spTree>
  </p:cSld>
  <p:clrMapOvr>
    <a:masterClrMapping/>
  </p:clrMapOvr>
  <p:transition xmlns:p14="http://schemas.microsoft.com/office/powerpoint/2010/main" spd="med" advClick="0" advTm="2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image0.jpeg" descr="image0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94788" y="-5620573"/>
            <a:ext cx="25874224" cy="1940566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2000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image1.jpeg" descr="image1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5971" y="-1196686"/>
            <a:ext cx="26590149" cy="199426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2000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20200101_085709.jpg" descr="20200101_085709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909351" y="3177"/>
            <a:ext cx="28466410" cy="138378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2000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20210131_124830.jpg" descr="20210131_124830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874323" y="20204"/>
            <a:ext cx="28322926" cy="137680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2000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20190113_161147.jpg" descr="20190113_16114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0432" y="-2462125"/>
            <a:ext cx="24759265" cy="185694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2000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